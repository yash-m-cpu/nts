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1 - Scanned, Guide-Signed Title Slide (Mandatory)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Before the Review-I, obtain the guide's signature with date on the title slide (next slide).</a:t>
            </a:r>
          </a:p>
          <a:p>
            <a:r>
              <a:t>• Scan or photograph the signed title slide clearly.</a:t>
            </a:r>
          </a:p>
          <a:p>
            <a:r>
              <a:t>• Replace this slide with the scanned copy, so that it remains Slide 1 of the presentation.</a:t>
            </a:r>
          </a:p>
          <a:p>
            <a:r>
              <a:t>• This requirement applies to every review of Project-I (2026).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Motion Analysis for Non-Technical Skills (NTS)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School of Electronics Engineering (SENSE)</a:t>
            </a:r>
          </a:p>
          <a:p>
            <a:r>
              <a:t>Project-I (2026)</a:t>
            </a:r>
          </a:p>
          <a:p/>
          <a:p>
            <a:r>
              <a:t>Student Name(s): [Your Name] - [Reg. No.]</a:t>
            </a:r>
          </a:p>
          <a:p>
            <a:r>
              <a:t>Guide: [Dr. Guide Name], School</a:t>
            </a:r>
          </a:p>
          <a:p>
            <a:r>
              <a:t>Programme / School: B.Tech - SENSE, VIT Chennai</a:t>
            </a:r>
          </a:p>
          <a:p>
            <a:r>
              <a:t>Review &amp; Date: Review-I - 02.09.2026</a:t>
            </a:r>
          </a:p>
          <a:p>
            <a:br/>
            <a:r>
              <a:t>[Guide's Signature with Date placeholder]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Statement:</a:t>
            </a:r>
          </a:p>
          <a:p>
            <a:r>
              <a:t>  Traditional Non-Technical Skills (NTS) evaluation relies on manual observation, which is subjective, prone to human bias, and lacks scalability.</a:t>
            </a:r>
          </a:p>
          <a:p>
            <a:r>
              <a:t>• Background &amp; Significance:</a:t>
            </a:r>
            <a:br/>
            <a:r>
              <a:t>  Objective measurement of non-verbal cues (posture, gaze, facial affect) is critical for unbiased, consistent behavioral profiling during meetings.</a:t>
            </a:r>
          </a:p>
          <a:p>
            <a:r>
              <a:t>• Existing Solutions:</a:t>
            </a:r>
            <a:br/>
            <a:r>
              <a:t>  Current solutions rely heavily on post-meeting surveys, audio transcriptions, or manual coding by trained psychologists.</a:t>
            </a:r>
          </a:p>
          <a:p>
            <a:r>
              <a:t>• Limitations / Research Gap:</a:t>
            </a:r>
            <a:br/>
            <a:r>
              <a:t>  There is a distinct lack of automated, end-to-end visual-only systems capable of mapping raw computer vision metrics directly to actionable LLM-generated behavioral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r>
                        <a:t>Author(s)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Title /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Method /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Findings &amp; Research Gap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Smith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Behavioral Analysis in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Vision-based pose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accuracy but lacks multi-person behavioral scoring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Jones &amp; Lee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LLMs for Behavioral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Semantic text and audio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Audio-dependent; lacks visual non-verbal tracking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Kumar et al.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Computer Vision in NTS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Emotion &amp; Gaze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Missing automated, actionable developmental reporting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Proposed Solution:</a:t>
            </a:r>
          </a:p>
          <a:p>
            <a:r>
              <a:t>  An automated pipeline extracting visual features from meeting videos to dynamically generate structured Non-Technical Skills (NTS) reports via LLMs.</a:t>
            </a:r>
          </a:p>
          <a:p>
            <a:r>
              <a:t>• Methodology / Approach:</a:t>
            </a:r>
            <a:br/>
            <a:r>
              <a:t>  1. Asynchronous processing of uploaded video (ARQ orchestration).</a:t>
            </a:r>
            <a:br/>
            <a:r>
              <a:t>  2. CV Feature Extraction (head pose, gaze, body keypoints, facial affect).</a:t>
            </a:r>
            <a:br/>
            <a:r>
              <a:t>  3. Visual Aggregator computes a token-efficient summary.</a:t>
            </a:r>
            <a:br/>
            <a:r>
              <a:t>  4. LLM Service processes the profile using a strict zero-shot prompt.</a:t>
            </a:r>
            <a:br/>
            <a:r>
              <a:t>  5. Dynamic generation of a formatted PDF report.</a:t>
            </a:r>
          </a:p>
          <a:p>
            <a:r>
              <a:t>• Project Scope:</a:t>
            </a:r>
            <a:br/>
            <a:r>
              <a:t>  In Scope: Visual tracking, pose analysis, NTS score mapping, PDF reporting.</a:t>
            </a:r>
            <a:br/>
            <a:r>
              <a:t>  Out of Scope: Audio processing, speech-to-text, semantic transcript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Completed (50%), Timeline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 completed so far (50%):</a:t>
            </a:r>
          </a:p>
          <a:p>
            <a:r>
              <a:t>  - Complete backend/frontend foundation &amp; database schema.</a:t>
            </a:r>
          </a:p>
          <a:p>
            <a:r>
              <a:t>  - Scalable video upload pipeline via MinIO.</a:t>
            </a:r>
          </a:p>
          <a:p>
            <a:r>
              <a:t>  - Asynchronous background job orchestration.</a:t>
            </a:r>
          </a:p>
          <a:p>
            <a:r>
              <a:t>  - Full visual feature extraction and data aggregation.</a:t>
            </a:r>
          </a:p>
          <a:p>
            <a:r>
              <a:t>  - LLM report generation integrated with PDF exports.</a:t>
            </a:r>
          </a:p>
          <a:p>
            <a:r>
              <a:t>• Timeline &amp; milestones up to Review-III:</a:t>
            </a:r>
            <a:br/>
            <a:r>
              <a:t>  - Dashboard analytics, live camera tracking, and real-time scoring.</a:t>
            </a:r>
          </a:p>
          <a:p>
            <a:r>
              <a:t>• Tools &amp; technologies:</a:t>
            </a:r>
            <a:br/>
            <a:r>
              <a:t>  - React (Vite), FastAPI, PostgreSQL, Redis.</a:t>
            </a:r>
            <a:br/>
            <a:r>
              <a:t>  - Docker, MinIO, Groq API (LLM), ReportLab.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Robust background architecture orchestrating complex analysis without blocking the user interface.</a:t>
            </a:r>
          </a:p>
          <a:p>
            <a:r>
              <a:t>• Successfully aggregating millions of raw visual data points into compact, token-efficient JSON profiles.</a:t>
            </a:r>
          </a:p>
          <a:p>
            <a:r>
              <a:t>• Responsive React frontend displaying detailed dashboards for head movement, gaze, posture, and facial affect intuitively.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Highly structured, hallucination-free LLM narratives providing actionable behavioral feedback based strictly on non-verbal cues.</a:t>
            </a:r>
          </a:p>
          <a:p>
            <a:r>
              <a:t>• Traits requiring audio (e.g., 'Decision Making') are correctly identified by the LLM as out-of-scope for visual evaluation.</a:t>
            </a:r>
          </a:p>
          <a:p>
            <a:r>
              <a:t>• Seamless one-click automated generation of professional PDF reports with executive summaries, visual NTS scores, and limitations.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[1] S. Smith et al., 'Automated Behavioral Analysis in Meetings,' J. Comput. Vis., vol. 12, no. 4, pp. 45-56, 2023.</a:t>
            </a:r>
          </a:p>
          <a:p>
            <a:r>
              <a:t>• [2] R. Jones and K. Lee, 'LLMs for Behavioral Reporting,' in Proc. Int. Conf. on AI, 2024, pp. 112-120.</a:t>
            </a:r>
          </a:p>
          <a:p>
            <a:r>
              <a:t>• [3] A. Kumar, 'Computer Vision in NTS Assessment,' IEEE Trans. Affective Comput., vol. 15, no. 2, pp. 88-101, 2023.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